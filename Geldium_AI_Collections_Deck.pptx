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System Works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Inputs: Customer demographics, credit utilization, credit score, missed payments, DTI, loan balance, payment history (Month 1–6)</a:t>
            </a:r>
          </a:p>
          <a:p>
            <a:pPr/>
            <a:r>
              <a:t>Data Processing: Handle missing values, encode categories, normalize features</a:t>
            </a:r>
          </a:p>
          <a:p>
            <a:pPr/>
            <a:r>
              <a:t>Feature Engineering: Aggregate recent payment behavior, utilization trends, risk indicators</a:t>
            </a:r>
          </a:p>
          <a:p>
            <a:pPr/>
            <a:r>
              <a:t>Model Scoring: Logistic Regression outputs delinquency probability (0–1)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System Works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Decision Logic: Combine model score + business rules to assign risk tiers (Low/Medium/High)</a:t>
            </a:r>
          </a:p>
          <a:p>
            <a:pPr/>
            <a:r>
              <a:t>Actions: Low → passive monitoring; Medium → reminders/incentives; High → calls, restructuring options</a:t>
            </a:r>
          </a:p>
          <a:p>
            <a:pPr/>
            <a:r>
              <a:t>Feedback Loop: Track outcomes (paid/late/default) and update model periodically</a:t>
            </a:r>
          </a:p>
          <a:p>
            <a:pPr/>
            <a:r>
              <a:t>Monitoring: Performance dashboards (AUC, Recall), drift checks, alerting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Autonomous: Send payment reminders (SMS/Email), risk scoring, queue prioritization, A/B testing of messages</a:t>
            </a:r>
          </a:p>
          <a:p>
            <a:pPr/>
            <a:r>
              <a:t>Autonomous: Trigger standard offers (fee waivers within limits), schedule follow-ups</a:t>
            </a:r>
          </a:p>
          <a:p>
            <a:pPr/>
            <a:r>
              <a:t>Human Oversight: Approve hardship plans, large balance restructuring, disputes/exceptions</a:t>
            </a:r>
          </a:p>
          <a:p>
            <a:pPr/>
            <a:r>
              <a:t>Human Oversight: Review fairness reports, override decisions, compliance audits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Fairness: Monitor outcomes across age, location, employment; rebalance or adjust features if bias detected</a:t>
            </a:r>
          </a:p>
          <a:p>
            <a:pPr/>
            <a:r>
              <a:t>Explainability: Provide reason codes (e.g., high utilization, recent missed payments)</a:t>
            </a:r>
          </a:p>
          <a:p>
            <a:pPr/>
            <a:r>
              <a:t>Compliance: Align with regulations (e.g., fair lending, data privacy), maintain audit logs</a:t>
            </a:r>
          </a:p>
          <a:p>
            <a:pPr/>
            <a:r>
              <a:t>Human-in-the-Loop: Mandatory review for high-impact decisions and customer escalations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Reduce 30-day delinquency rate by 8–12%</a:t>
            </a:r>
          </a:p>
          <a:p>
            <a:pPr/>
            <a:r>
              <a:t>Increase repayment rate by 10–15% in targeted segments</a:t>
            </a:r>
          </a:p>
          <a:p>
            <a:pPr/>
            <a:r>
              <a:t>Lower collections cost per account by 15–20%</a:t>
            </a:r>
          </a:p>
          <a:p>
            <a:pPr/>
            <a:r>
              <a:t>Improve model performance (AUC &gt; 0.75, Recall for high-risk &gt; 0.7)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Customer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Improved customer experience via timely, personalized outreach</a:t>
            </a:r>
          </a:p>
          <a:p>
            <a:pPr/>
            <a:r>
              <a:t>Fairer treatment with transparent decision explanations</a:t>
            </a:r>
          </a:p>
          <a:p>
            <a:pPr/>
            <a:r>
              <a:t>Flexible repayment options for financially stressed customers</a:t>
            </a:r>
          </a:p>
          <a:p>
            <a:pPr/>
            <a:r>
              <a:t>Reduced penalty burden through early intervention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